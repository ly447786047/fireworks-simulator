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圆角矩形 50"/>
          <p:cNvSpPr/>
          <p:nvPr/>
        </p:nvSpPr>
        <p:spPr>
          <a:xfrm>
            <a:off x="3360420" y="693420"/>
            <a:ext cx="5471160" cy="5471160"/>
          </a:xfrm>
          <a:prstGeom prst="roundRect">
            <a:avLst>
              <a:gd name="adj" fmla="val 23351"/>
            </a:avLst>
          </a:prstGeom>
          <a:solidFill>
            <a:schemeClr val="bg1"/>
          </a:solidFill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10800000">
            <a:off x="6013745" y="1019906"/>
            <a:ext cx="360205" cy="1824857"/>
            <a:chOff x="2495" y="-4313"/>
            <a:chExt cx="1058" cy="6964"/>
          </a:xfrm>
        </p:grpSpPr>
        <p:sp>
          <p:nvSpPr>
            <p:cNvPr id="7" name="椭圆 6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2495" y="-4313"/>
              <a:ext cx="1058" cy="6281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2840000">
            <a:off x="6575668" y="1722722"/>
            <a:ext cx="360205" cy="1412665"/>
            <a:chOff x="2495" y="-2740"/>
            <a:chExt cx="1058" cy="5391"/>
          </a:xfrm>
        </p:grpSpPr>
        <p:sp>
          <p:nvSpPr>
            <p:cNvPr id="12" name="椭圆 11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2495" y="-2740"/>
              <a:ext cx="1058" cy="4708"/>
            </a:xfrm>
            <a:prstGeom prst="triangle">
              <a:avLst/>
            </a:prstGeom>
            <a:gradFill>
              <a:gsLst>
                <a:gs pos="5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 rot="14400000">
            <a:off x="7449190" y="1745087"/>
            <a:ext cx="360205" cy="1649551"/>
            <a:chOff x="2495" y="-3644"/>
            <a:chExt cx="1058" cy="6295"/>
          </a:xfrm>
        </p:grpSpPr>
        <p:sp>
          <p:nvSpPr>
            <p:cNvPr id="18" name="椭圆 17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>
              <a:off x="2495" y="-3644"/>
              <a:ext cx="1058" cy="5612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 rot="1920000">
            <a:off x="5263817" y="3974560"/>
            <a:ext cx="360205" cy="1165823"/>
            <a:chOff x="2495" y="-1798"/>
            <a:chExt cx="1058" cy="4449"/>
          </a:xfrm>
        </p:grpSpPr>
        <p:sp>
          <p:nvSpPr>
            <p:cNvPr id="21" name="椭圆 20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>
              <a:off x="2495" y="-1798"/>
              <a:ext cx="1058" cy="3766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 rot="20160000">
            <a:off x="6610010" y="3747866"/>
            <a:ext cx="360205" cy="1824857"/>
            <a:chOff x="2495" y="-4313"/>
            <a:chExt cx="1058" cy="6964"/>
          </a:xfrm>
        </p:grpSpPr>
        <p:sp>
          <p:nvSpPr>
            <p:cNvPr id="24" name="椭圆 23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>
              <a:off x="2495" y="-4313"/>
              <a:ext cx="1058" cy="6281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 rot="7200000">
            <a:off x="4795298" y="1946360"/>
            <a:ext cx="360205" cy="1520103"/>
            <a:chOff x="2495" y="-3150"/>
            <a:chExt cx="1058" cy="5801"/>
          </a:xfrm>
        </p:grpSpPr>
        <p:sp>
          <p:nvSpPr>
            <p:cNvPr id="27" name="椭圆 26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>
              <a:off x="2495" y="-3150"/>
              <a:ext cx="1058" cy="5118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 rot="17460000">
            <a:off x="7257710" y="3123026"/>
            <a:ext cx="360205" cy="1824857"/>
            <a:chOff x="2495" y="-4313"/>
            <a:chExt cx="1058" cy="6964"/>
          </a:xfrm>
        </p:grpSpPr>
        <p:sp>
          <p:nvSpPr>
            <p:cNvPr id="30" name="椭圆 29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>
              <a:off x="2495" y="-4313"/>
              <a:ext cx="1058" cy="6281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 rot="3600000">
            <a:off x="4398305" y="3329401"/>
            <a:ext cx="360205" cy="1824857"/>
            <a:chOff x="2495" y="-4313"/>
            <a:chExt cx="1058" cy="6964"/>
          </a:xfrm>
        </p:grpSpPr>
        <p:sp>
          <p:nvSpPr>
            <p:cNvPr id="33" name="椭圆 32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2495" y="-4313"/>
              <a:ext cx="1058" cy="6281"/>
            </a:xfrm>
            <a:prstGeom prst="triangle">
              <a:avLst/>
            </a:prstGeom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 rot="5400000">
            <a:off x="4662125" y="2828545"/>
            <a:ext cx="360205" cy="1062840"/>
            <a:chOff x="2495" y="-1405"/>
            <a:chExt cx="1058" cy="4056"/>
          </a:xfrm>
        </p:grpSpPr>
        <p:sp>
          <p:nvSpPr>
            <p:cNvPr id="36" name="椭圆 35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等腰三角形 36"/>
            <p:cNvSpPr/>
            <p:nvPr/>
          </p:nvSpPr>
          <p:spPr>
            <a:xfrm>
              <a:off x="2495" y="-1405"/>
              <a:ext cx="1058" cy="3373"/>
            </a:xfrm>
            <a:prstGeom prst="triangle">
              <a:avLst/>
            </a:prstGeom>
            <a:gradFill>
              <a:gsLst>
                <a:gs pos="5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 rot="9060000">
            <a:off x="5399767" y="1727027"/>
            <a:ext cx="360205" cy="1313613"/>
            <a:chOff x="2495" y="-2362"/>
            <a:chExt cx="1058" cy="5013"/>
          </a:xfrm>
        </p:grpSpPr>
        <p:sp>
          <p:nvSpPr>
            <p:cNvPr id="39" name="椭圆 38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2495" y="-2362"/>
              <a:ext cx="1058" cy="4330"/>
            </a:xfrm>
            <a:prstGeom prst="triangle">
              <a:avLst/>
            </a:prstGeom>
            <a:gradFill>
              <a:gsLst>
                <a:gs pos="5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 rot="16380000">
            <a:off x="7288862" y="2903345"/>
            <a:ext cx="360205" cy="1008073"/>
            <a:chOff x="2495" y="-1196"/>
            <a:chExt cx="1058" cy="3847"/>
          </a:xfrm>
        </p:grpSpPr>
        <p:sp>
          <p:nvSpPr>
            <p:cNvPr id="42" name="椭圆 41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>
              <a:off x="2495" y="-1196"/>
              <a:ext cx="1058" cy="3165"/>
            </a:xfrm>
            <a:prstGeom prst="triangle">
              <a:avLst/>
            </a:prstGeom>
            <a:gradFill>
              <a:gsLst>
                <a:gs pos="5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 rot="0">
            <a:off x="5965190" y="3927475"/>
            <a:ext cx="360045" cy="1938655"/>
            <a:chOff x="2495" y="-2740"/>
            <a:chExt cx="1058" cy="5391"/>
          </a:xfrm>
        </p:grpSpPr>
        <p:sp>
          <p:nvSpPr>
            <p:cNvPr id="45" name="椭圆 44"/>
            <p:cNvSpPr/>
            <p:nvPr/>
          </p:nvSpPr>
          <p:spPr>
            <a:xfrm>
              <a:off x="2496" y="1277"/>
              <a:ext cx="1057" cy="13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2495" y="-2740"/>
              <a:ext cx="1058" cy="4708"/>
            </a:xfrm>
            <a:prstGeom prst="triangle">
              <a:avLst/>
            </a:prstGeom>
            <a:gradFill>
              <a:gsLst>
                <a:gs pos="5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" name="图片 3" descr="制作小宇宙个人标识 logo"/>
          <p:cNvPicPr>
            <a:picLocks noChangeAspect="1"/>
          </p:cNvPicPr>
          <p:nvPr/>
        </p:nvPicPr>
        <p:blipFill>
          <a:blip r:embed="rId1"/>
          <a:srcRect t="11250" b="15731"/>
          <a:stretch>
            <a:fillRect/>
          </a:stretch>
        </p:blipFill>
        <p:spPr>
          <a:xfrm>
            <a:off x="5323205" y="2783205"/>
            <a:ext cx="1768475" cy="1291590"/>
          </a:xfrm>
          <a:prstGeom prst="rect">
            <a:avLst/>
          </a:prstGeom>
        </p:spPr>
      </p:pic>
      <p:pic>
        <p:nvPicPr>
          <p:cNvPr id="47" name="图片 46" descr="橙色五角星"/>
          <p:cNvPicPr>
            <a:picLocks noChangeAspect="1"/>
          </p:cNvPicPr>
          <p:nvPr/>
        </p:nvPicPr>
        <p:blipFill>
          <a:blip r:embed="rId2"/>
          <a:srcRect l="27242" t="28534" r="27585" b="26762"/>
          <a:stretch>
            <a:fillRect/>
          </a:stretch>
        </p:blipFill>
        <p:spPr>
          <a:xfrm>
            <a:off x="4133850" y="4853940"/>
            <a:ext cx="751840" cy="753110"/>
          </a:xfrm>
          <a:prstGeom prst="rect">
            <a:avLst/>
          </a:prstGeom>
        </p:spPr>
      </p:pic>
      <p:pic>
        <p:nvPicPr>
          <p:cNvPr id="48" name="图片 47" descr="橙色五角星"/>
          <p:cNvPicPr>
            <a:picLocks noChangeAspect="1"/>
          </p:cNvPicPr>
          <p:nvPr/>
        </p:nvPicPr>
        <p:blipFill>
          <a:blip r:embed="rId2"/>
          <a:srcRect l="27242" t="28534" r="27585" b="26762"/>
          <a:stretch>
            <a:fillRect/>
          </a:stretch>
        </p:blipFill>
        <p:spPr>
          <a:xfrm rot="18480000">
            <a:off x="4286250" y="1266190"/>
            <a:ext cx="751840" cy="753110"/>
          </a:xfrm>
          <a:prstGeom prst="rect">
            <a:avLst/>
          </a:prstGeom>
        </p:spPr>
      </p:pic>
      <p:pic>
        <p:nvPicPr>
          <p:cNvPr id="49" name="图片 48" descr="橙色五角星"/>
          <p:cNvPicPr>
            <a:picLocks noChangeAspect="1"/>
          </p:cNvPicPr>
          <p:nvPr/>
        </p:nvPicPr>
        <p:blipFill>
          <a:blip r:embed="rId2"/>
          <a:srcRect l="27242" t="28534" r="27585" b="26762"/>
          <a:stretch>
            <a:fillRect/>
          </a:stretch>
        </p:blipFill>
        <p:spPr>
          <a:xfrm rot="18480000">
            <a:off x="7244080" y="1171575"/>
            <a:ext cx="751840" cy="753110"/>
          </a:xfrm>
          <a:prstGeom prst="rect">
            <a:avLst/>
          </a:prstGeom>
        </p:spPr>
      </p:pic>
      <p:pic>
        <p:nvPicPr>
          <p:cNvPr id="50" name="图片 49" descr="橙色五角星"/>
          <p:cNvPicPr>
            <a:picLocks noChangeAspect="1"/>
          </p:cNvPicPr>
          <p:nvPr/>
        </p:nvPicPr>
        <p:blipFill>
          <a:blip r:embed="rId2"/>
          <a:srcRect l="27242" t="28534" r="27585" b="26762"/>
          <a:stretch>
            <a:fillRect/>
          </a:stretch>
        </p:blipFill>
        <p:spPr>
          <a:xfrm rot="18480000">
            <a:off x="7374255" y="4618355"/>
            <a:ext cx="751840" cy="753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🇨🇳小宇宙</dc:creator>
  <cp:lastModifiedBy>小宇宙CN</cp:lastModifiedBy>
  <cp:revision>3</cp:revision>
  <dcterms:created xsi:type="dcterms:W3CDTF">2023-08-09T12:44:00Z</dcterms:created>
  <dcterms:modified xsi:type="dcterms:W3CDTF">2026-01-08T12:47:58Z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5DAB0CA01CFC477B9818B997B226F7BC_12</vt:lpwstr>
  </property>
</Properties>
</file>